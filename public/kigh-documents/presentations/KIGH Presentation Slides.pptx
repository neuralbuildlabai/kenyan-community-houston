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Jgeb1R6JfHe4kD2O4Q5iQwCrk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GillSans-regular.fntdata"/><Relationship Id="rId14" Type="http://schemas.openxmlformats.org/officeDocument/2006/relationships/font" Target="fonts/Play-bold.fntdata"/><Relationship Id="rId17" Type="http://customschemas.google.com/relationships/presentationmetadata" Target="metadata"/><Relationship Id="rId16" Type="http://schemas.openxmlformats.org/officeDocument/2006/relationships/font" Target="fonts/Gill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background with a black square&#10;&#10;Description automatically generated with medium confidence" id="26" name="Google Shape;26;p12"/>
          <p:cNvPicPr preferRelativeResize="0"/>
          <p:nvPr/>
        </p:nvPicPr>
        <p:blipFill rotWithShape="1">
          <a:blip r:embed="rId2">
            <a:alphaModFix amt="64000"/>
          </a:blip>
          <a:srcRect b="0" l="0" r="0" t="0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grey background with black lines&#10;&#10;Description automatically generated" id="28" name="Google Shape;2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13"/>
          <p:cNvGrpSpPr/>
          <p:nvPr/>
        </p:nvGrpSpPr>
        <p:grpSpPr>
          <a:xfrm>
            <a:off x="-178758" y="5818077"/>
            <a:ext cx="3250206" cy="910449"/>
            <a:chOff x="-507008" y="5522089"/>
            <a:chExt cx="4348701" cy="1218160"/>
          </a:xfrm>
        </p:grpSpPr>
        <p:sp>
          <p:nvSpPr>
            <p:cNvPr id="30" name="Google Shape;30;p13"/>
            <p:cNvSpPr/>
            <p:nvPr/>
          </p:nvSpPr>
          <p:spPr>
            <a:xfrm rot="-492485">
              <a:off x="310434" y="5861976"/>
              <a:ext cx="879231" cy="27625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3"/>
            <p:cNvSpPr/>
            <p:nvPr/>
          </p:nvSpPr>
          <p:spPr>
            <a:xfrm rot="-492485">
              <a:off x="580066" y="6096438"/>
              <a:ext cx="879231" cy="27625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blue and white logo&#10;&#10;Description automatically generated" id="32" name="Google Shape;3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507008" y="5522089"/>
              <a:ext cx="4348701" cy="12181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1.xml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hyperlink" Target="https://worldsystembuilder.com/" TargetMode="External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4512" l="0" r="1" t="0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oup of brochures&#10;&#10;Description automatically generated" id="98" name="Google Shape;9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619" y="643285"/>
            <a:ext cx="10904762" cy="5571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hexagon with black text&#10;&#10;Description automatically generated" id="99" name="Google Shape;99;p1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5299" y="5702709"/>
            <a:ext cx="1101823" cy="43261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5029200" y="6479470"/>
            <a:ext cx="2133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INTERNAL USE ONLY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2"/>
          <p:cNvCxnSpPr/>
          <p:nvPr/>
        </p:nvCxnSpPr>
        <p:spPr>
          <a:xfrm flipH="1" rot="10800000">
            <a:off x="638563" y="974789"/>
            <a:ext cx="10915262" cy="449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2"/>
          <p:cNvSpPr txBox="1"/>
          <p:nvPr>
            <p:ph type="title"/>
          </p:nvPr>
        </p:nvSpPr>
        <p:spPr>
          <a:xfrm>
            <a:off x="483972" y="262549"/>
            <a:ext cx="11263183" cy="78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b="1" lang="en-US" sz="4800"/>
              <a:t>HOW WE DO IT: </a:t>
            </a:r>
            <a:r>
              <a:rPr b="1" lang="en-US" sz="4800">
                <a:solidFill>
                  <a:srgbClr val="C00000"/>
                </a:solidFill>
              </a:rPr>
              <a:t>FINANCIAL EDUCATION</a:t>
            </a:r>
            <a:endParaRPr b="1" sz="4800"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16" y="1199639"/>
            <a:ext cx="11969392" cy="588321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4793975" y="6573385"/>
            <a:ext cx="2133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INTERNAL USE ONLY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/>
        </p:nvSpPr>
        <p:spPr>
          <a:xfrm>
            <a:off x="5009481" y="6498065"/>
            <a:ext cx="21730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INTERNAL USE ONLY</a:t>
            </a:r>
            <a:endParaRPr/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4793975" y="6573385"/>
            <a:ext cx="2133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INTERNAL USE ONLY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/>
        </p:nvSpPr>
        <p:spPr>
          <a:xfrm>
            <a:off x="5009481" y="6498065"/>
            <a:ext cx="21730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INTERNAL USE ONLY</a:t>
            </a:r>
            <a:endParaRPr/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4793975" y="6573385"/>
            <a:ext cx="2133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INTERNAL USE ONLY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5009481" y="6498065"/>
            <a:ext cx="21730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INTERNAL USE ONLY</a:t>
            </a:r>
            <a:endParaRPr/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4793975" y="6573385"/>
            <a:ext cx="2133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INTERNAL USE ONLY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 txBox="1"/>
          <p:nvPr/>
        </p:nvSpPr>
        <p:spPr>
          <a:xfrm>
            <a:off x="4793975" y="6573385"/>
            <a:ext cx="2133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INTERNAL USE ONLY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8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8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8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8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57" name="Google Shape;157;p8"/>
          <p:cNvGrpSpPr/>
          <p:nvPr/>
        </p:nvGrpSpPr>
        <p:grpSpPr>
          <a:xfrm>
            <a:off x="1445671" y="644327"/>
            <a:ext cx="9299965" cy="4811366"/>
            <a:chOff x="7639235" y="600024"/>
            <a:chExt cx="3898557" cy="6878929"/>
          </a:xfrm>
        </p:grpSpPr>
        <p:sp>
          <p:nvSpPr>
            <p:cNvPr id="158" name="Google Shape;158;p8"/>
            <p:cNvSpPr/>
            <p:nvPr/>
          </p:nvSpPr>
          <p:spPr>
            <a:xfrm>
              <a:off x="7639235" y="600024"/>
              <a:ext cx="3898557" cy="6878929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72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770263" y="1062693"/>
              <a:ext cx="3635738" cy="59547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60" name="Google Shape;160;p8"/>
          <p:cNvSpPr txBox="1"/>
          <p:nvPr>
            <p:ph type="title"/>
          </p:nvPr>
        </p:nvSpPr>
        <p:spPr>
          <a:xfrm>
            <a:off x="2391408" y="1590734"/>
            <a:ext cx="7405874" cy="25200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Gill Sans"/>
              <a:buNone/>
            </a:pPr>
            <a:r>
              <a:rPr lang="en-US" sz="6000">
                <a:solidFill>
                  <a:schemeClr val="dk2"/>
                </a:solidFill>
              </a:rPr>
              <a:t>UITs</a:t>
            </a:r>
            <a:endParaRPr/>
          </a:p>
        </p:txBody>
      </p:sp>
      <p:cxnSp>
        <p:nvCxnSpPr>
          <p:cNvPr id="161" name="Google Shape;161;p8"/>
          <p:cNvCxnSpPr/>
          <p:nvPr/>
        </p:nvCxnSpPr>
        <p:spPr>
          <a:xfrm>
            <a:off x="2391407" y="1416139"/>
            <a:ext cx="7405874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8"/>
          <p:cNvCxnSpPr/>
          <p:nvPr/>
        </p:nvCxnSpPr>
        <p:spPr>
          <a:xfrm>
            <a:off x="2391407" y="4285341"/>
            <a:ext cx="7405874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8"/>
          <p:cNvSpPr txBox="1"/>
          <p:nvPr/>
        </p:nvSpPr>
        <p:spPr>
          <a:xfrm>
            <a:off x="4769617" y="6581001"/>
            <a:ext cx="2133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INTERNAL USE ONLY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3155182" y="4488426"/>
            <a:ext cx="59486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INVESTMENT TRUSTS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2026-04-24T11:56:10Z</dcterms:created>
  <dc:creator>George Onami</dc:creator>
</cp:coreProperties>
</file>