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embeddedFontLst>
    <p:embeddedFont>
      <p:font typeface="Anton"/>
      <p:regular r:id="rId10"/>
    </p:embeddedFont>
    <p:embeddedFont>
      <p:font typeface="Roboto"/>
      <p:bold r:id="rId11"/>
      <p:boldItalic r:id="rId12"/>
    </p:embeddedFont>
    <p:embeddedFont>
      <p:font typeface="Montserrat"/>
      <p:bold r:id="rId13"/>
      <p:boldItalic r:id="rId14"/>
    </p:embeddedFont>
    <p:embeddedFont>
      <p:font typeface="Poppins"/>
      <p:bold r:id="rId15"/>
      <p:boldItalic r:id="rId16"/>
    </p:embeddedFont>
    <p:embeddedFont>
      <p:font typeface="Bebas Neu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uh0/uTTZqH3wra9MRRKaDPyu1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Anton-regular.fntdata"/><Relationship Id="rId13" Type="http://schemas.openxmlformats.org/officeDocument/2006/relationships/font" Target="fonts/Montserrat-bold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BebasNeue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77" l="0" r="0" t="-77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>
            <a:off x="0" y="7054668"/>
            <a:ext cx="18288000" cy="3405928"/>
            <a:chOff x="0" y="-38100"/>
            <a:chExt cx="4816593" cy="897034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816592" cy="858934"/>
            </a:xfrm>
            <a:custGeom>
              <a:rect b="b" l="l" r="r" t="t"/>
              <a:pathLst>
                <a:path extrusionOk="0" h="85893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58934"/>
                  </a:lnTo>
                  <a:lnTo>
                    <a:pt x="0" y="858934"/>
                  </a:lnTo>
                  <a:close/>
                </a:path>
              </a:pathLst>
            </a:custGeom>
            <a:solidFill>
              <a:srgbClr val="9F87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38100"/>
              <a:ext cx="4816593" cy="897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0" y="0"/>
            <a:ext cx="4553106" cy="10287000"/>
          </a:xfrm>
          <a:custGeom>
            <a:rect b="b" l="l" r="r" t="t"/>
            <a:pathLst>
              <a:path extrusionOk="0" h="1682726" w="744788">
                <a:moveTo>
                  <a:pt x="0" y="0"/>
                </a:moveTo>
                <a:lnTo>
                  <a:pt x="744788" y="0"/>
                </a:lnTo>
                <a:lnTo>
                  <a:pt x="744788" y="1682726"/>
                </a:lnTo>
                <a:lnTo>
                  <a:pt x="0" y="168272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5310" r="-253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>
            <a:off x="6879274" y="4041134"/>
            <a:ext cx="9949450" cy="657706"/>
            <a:chOff x="0" y="-38100"/>
            <a:chExt cx="2620431" cy="17322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620431" cy="135123"/>
            </a:xfrm>
            <a:custGeom>
              <a:rect b="b" l="l" r="r" t="t"/>
              <a:pathLst>
                <a:path extrusionOk="0" h="135123" w="2620431">
                  <a:moveTo>
                    <a:pt x="0" y="0"/>
                  </a:moveTo>
                  <a:lnTo>
                    <a:pt x="2620431" y="0"/>
                  </a:lnTo>
                  <a:lnTo>
                    <a:pt x="2620431" y="135123"/>
                  </a:lnTo>
                  <a:lnTo>
                    <a:pt x="0" y="135123"/>
                  </a:lnTo>
                  <a:close/>
                </a:path>
              </a:pathLst>
            </a:custGeom>
            <a:solidFill>
              <a:srgbClr val="17587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2620431" cy="173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 txBox="1"/>
          <p:nvPr/>
        </p:nvSpPr>
        <p:spPr>
          <a:xfrm>
            <a:off x="6879274" y="2448676"/>
            <a:ext cx="10714435" cy="1737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HR AND BENEFITS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7035061" y="4137518"/>
            <a:ext cx="96378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BY JOYCE MARENDES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CONTACT: 346 298 2119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2006881" y="215898"/>
            <a:ext cx="4821843" cy="50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BL Insurance Agency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 rot="-5400000">
            <a:off x="-2470773" y="2470773"/>
            <a:ext cx="10287000" cy="5345454"/>
          </a:xfrm>
          <a:custGeom>
            <a:rect b="b" l="l" r="r" t="t"/>
            <a:pathLst>
              <a:path extrusionOk="0" h="13951257" w="26848343">
                <a:moveTo>
                  <a:pt x="0" y="0"/>
                </a:moveTo>
                <a:lnTo>
                  <a:pt x="26848343" y="0"/>
                </a:lnTo>
                <a:lnTo>
                  <a:pt x="26848343" y="13951257"/>
                </a:lnTo>
                <a:lnTo>
                  <a:pt x="0" y="13951257"/>
                </a:lnTo>
                <a:close/>
              </a:path>
            </a:pathLst>
          </a:custGeom>
          <a:solidFill>
            <a:srgbClr val="9F8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 rot="-5400000">
            <a:off x="16976058" y="1406365"/>
            <a:ext cx="537909" cy="0"/>
          </a:xfrm>
          <a:prstGeom prst="straightConnector1">
            <a:avLst/>
          </a:prstGeom>
          <a:noFill/>
          <a:ln cap="flat" cmpd="sng" w="28575">
            <a:solidFill>
              <a:srgbClr val="BC222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17040" r="17040" t="0"/>
          <a:stretch/>
        </p:blipFill>
        <p:spPr>
          <a:xfrm>
            <a:off x="2062388" y="2816424"/>
            <a:ext cx="6566132" cy="7470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2"/>
          <p:cNvCxnSpPr/>
          <p:nvPr/>
        </p:nvCxnSpPr>
        <p:spPr>
          <a:xfrm rot="-5400000">
            <a:off x="9144931" y="3474424"/>
            <a:ext cx="1105836" cy="0"/>
          </a:xfrm>
          <a:prstGeom prst="straightConnector1">
            <a:avLst/>
          </a:prstGeom>
          <a:noFill/>
          <a:ln cap="flat" cmpd="sng" w="28575">
            <a:solidFill>
              <a:srgbClr val="BC2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"/>
          <p:cNvSpPr/>
          <p:nvPr/>
        </p:nvSpPr>
        <p:spPr>
          <a:xfrm>
            <a:off x="8083011" y="7782500"/>
            <a:ext cx="988884" cy="965398"/>
          </a:xfrm>
          <a:custGeom>
            <a:rect b="b" l="l" r="r" t="t"/>
            <a:pathLst>
              <a:path extrusionOk="0" h="965398" w="988884">
                <a:moveTo>
                  <a:pt x="0" y="0"/>
                </a:moveTo>
                <a:lnTo>
                  <a:pt x="988884" y="0"/>
                </a:lnTo>
                <a:lnTo>
                  <a:pt x="988884" y="965399"/>
                </a:lnTo>
                <a:lnTo>
                  <a:pt x="0" y="9653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4640594" y="1040568"/>
            <a:ext cx="233588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95">
                <a:solidFill>
                  <a:srgbClr val="142643"/>
                </a:solidFill>
                <a:latin typeface="Montserrat"/>
                <a:ea typeface="Montserrat"/>
                <a:cs typeface="Montserrat"/>
                <a:sym typeface="Montserrat"/>
              </a:rPr>
              <a:t>BL Insurance Agency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0229951" y="2816424"/>
            <a:ext cx="7015061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42643"/>
                </a:solidFill>
                <a:latin typeface="Poppins"/>
                <a:ea typeface="Poppins"/>
                <a:cs typeface="Poppins"/>
                <a:sym typeface="Poppins"/>
              </a:rPr>
              <a:t>Employer Benefits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0229951" y="4730755"/>
            <a:ext cx="6877212" cy="3328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697" lvl="1" marL="4533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Medical</a:t>
            </a:r>
            <a:endParaRPr/>
          </a:p>
          <a:p>
            <a:pPr indent="-226697" lvl="1" marL="4533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Dental</a:t>
            </a:r>
            <a:endParaRPr/>
          </a:p>
          <a:p>
            <a:pPr indent="-226697" lvl="1" marL="4533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Vision</a:t>
            </a:r>
            <a:endParaRPr/>
          </a:p>
          <a:p>
            <a:pPr indent="-226697" lvl="1" marL="4533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Short Term Disability</a:t>
            </a:r>
            <a:endParaRPr/>
          </a:p>
          <a:p>
            <a:pPr indent="-226697" lvl="1" marL="4533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Long Term Disability</a:t>
            </a:r>
            <a:endParaRPr/>
          </a:p>
          <a:p>
            <a:pPr indent="-226697" lvl="1" marL="4533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Life Insurance</a:t>
            </a:r>
            <a:endParaRPr/>
          </a:p>
          <a:p>
            <a:pPr indent="-226697" lvl="1" marL="4533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401k/403b</a:t>
            </a:r>
            <a:endParaRPr/>
          </a:p>
          <a:p>
            <a:pPr indent="-226697" lvl="1" marL="4533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Pension</a:t>
            </a:r>
            <a:endParaRPr/>
          </a:p>
          <a:p>
            <a:pPr indent="-226697" lvl="1" marL="453395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FMLA _ Family Medical Leave Act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9322674" y="8095575"/>
            <a:ext cx="1197000" cy="16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+30%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 rot="-5400000">
            <a:off x="-2470773" y="2470773"/>
            <a:ext cx="10287000" cy="5345454"/>
          </a:xfrm>
          <a:custGeom>
            <a:rect b="b" l="l" r="r" t="t"/>
            <a:pathLst>
              <a:path extrusionOk="0" h="13951257" w="26848343">
                <a:moveTo>
                  <a:pt x="0" y="0"/>
                </a:moveTo>
                <a:lnTo>
                  <a:pt x="26848343" y="0"/>
                </a:lnTo>
                <a:lnTo>
                  <a:pt x="26848343" y="13951257"/>
                </a:lnTo>
                <a:lnTo>
                  <a:pt x="0" y="13951257"/>
                </a:lnTo>
                <a:close/>
              </a:path>
            </a:pathLst>
          </a:custGeom>
          <a:solidFill>
            <a:srgbClr val="9F87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 rot="-5400000">
            <a:off x="16976058" y="1406365"/>
            <a:ext cx="537909" cy="0"/>
          </a:xfrm>
          <a:prstGeom prst="straightConnector1">
            <a:avLst/>
          </a:prstGeom>
          <a:noFill/>
          <a:ln cap="flat" cmpd="sng" w="28575">
            <a:solidFill>
              <a:srgbClr val="BC222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19259" l="0" r="0" t="19259"/>
          <a:stretch/>
        </p:blipFill>
        <p:spPr>
          <a:xfrm>
            <a:off x="1625750" y="6235118"/>
            <a:ext cx="7380539" cy="30231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3"/>
          <p:cNvCxnSpPr/>
          <p:nvPr/>
        </p:nvCxnSpPr>
        <p:spPr>
          <a:xfrm rot="-5400000">
            <a:off x="9159219" y="3211715"/>
            <a:ext cx="1105836" cy="0"/>
          </a:xfrm>
          <a:prstGeom prst="straightConnector1">
            <a:avLst/>
          </a:prstGeom>
          <a:noFill/>
          <a:ln cap="flat" cmpd="sng" w="28575">
            <a:solidFill>
              <a:srgbClr val="BC22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780297" y="1420652"/>
            <a:ext cx="1130313" cy="1133063"/>
          </a:xfrm>
          <a:custGeom>
            <a:rect b="b" l="l" r="r" t="t"/>
            <a:pathLst>
              <a:path extrusionOk="0" h="3603936" w="3595189">
                <a:moveTo>
                  <a:pt x="0" y="0"/>
                </a:moveTo>
                <a:lnTo>
                  <a:pt x="3595189" y="0"/>
                </a:lnTo>
                <a:lnTo>
                  <a:pt x="3595189" y="3603936"/>
                </a:lnTo>
                <a:lnTo>
                  <a:pt x="0" y="3603936"/>
                </a:lnTo>
                <a:close/>
              </a:path>
            </a:pathLst>
          </a:custGeom>
          <a:solidFill>
            <a:srgbClr val="17587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9869588" y="4862214"/>
            <a:ext cx="286327" cy="281286"/>
          </a:xfrm>
          <a:custGeom>
            <a:rect b="b" l="l" r="r" t="t"/>
            <a:pathLst>
              <a:path extrusionOk="0" h="894686" w="910720">
                <a:moveTo>
                  <a:pt x="0" y="0"/>
                </a:moveTo>
                <a:lnTo>
                  <a:pt x="910720" y="0"/>
                </a:lnTo>
                <a:lnTo>
                  <a:pt x="910720" y="894686"/>
                </a:lnTo>
                <a:lnTo>
                  <a:pt x="0" y="894686"/>
                </a:lnTo>
                <a:close/>
              </a:path>
            </a:pathLst>
          </a:custGeom>
          <a:solidFill>
            <a:srgbClr val="BC22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9869588" y="6235118"/>
            <a:ext cx="286327" cy="281286"/>
          </a:xfrm>
          <a:custGeom>
            <a:rect b="b" l="l" r="r" t="t"/>
            <a:pathLst>
              <a:path extrusionOk="0" h="894686" w="910720">
                <a:moveTo>
                  <a:pt x="0" y="0"/>
                </a:moveTo>
                <a:lnTo>
                  <a:pt x="910720" y="0"/>
                </a:lnTo>
                <a:lnTo>
                  <a:pt x="910720" y="894686"/>
                </a:lnTo>
                <a:lnTo>
                  <a:pt x="0" y="894686"/>
                </a:lnTo>
                <a:close/>
              </a:path>
            </a:pathLst>
          </a:custGeom>
          <a:solidFill>
            <a:srgbClr val="BC22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4640594" y="1040568"/>
            <a:ext cx="233588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95">
                <a:solidFill>
                  <a:srgbClr val="142643"/>
                </a:solidFill>
                <a:latin typeface="Montserrat"/>
                <a:ea typeface="Montserrat"/>
                <a:cs typeface="Montserrat"/>
                <a:sym typeface="Montserrat"/>
              </a:rPr>
              <a:t>BL Insurance Agency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0244239" y="2553716"/>
            <a:ext cx="6238463" cy="145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42643"/>
                </a:solidFill>
                <a:latin typeface="Poppins"/>
                <a:ea typeface="Poppins"/>
                <a:cs typeface="Poppins"/>
                <a:sym typeface="Poppins"/>
              </a:rPr>
              <a:t> Benefits for 1099 and Self Employed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528846" y="4613405"/>
            <a:ext cx="6730454" cy="727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 have access to benefits but you have to do the research yourself or with an agent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0528846" y="5810286"/>
            <a:ext cx="6730454" cy="1842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Most people don’t realize that when they are self-employed or 1099, they need to make HR decisions on behalf of themselves and their business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2665573" y="1490460"/>
            <a:ext cx="11497522" cy="7306081"/>
          </a:xfrm>
          <a:custGeom>
            <a:rect b="b" l="l" r="r" t="t"/>
            <a:pathLst>
              <a:path extrusionOk="0" h="7306081" w="11497522">
                <a:moveTo>
                  <a:pt x="0" y="0"/>
                </a:moveTo>
                <a:lnTo>
                  <a:pt x="11497522" y="0"/>
                </a:lnTo>
                <a:lnTo>
                  <a:pt x="11497522" y="7306080"/>
                </a:lnTo>
                <a:lnTo>
                  <a:pt x="0" y="7306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8025" l="0" r="0" t="-6802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833037" y="6840706"/>
            <a:ext cx="11497522" cy="149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24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joyce marendes </a:t>
            </a:r>
            <a:endParaRPr/>
          </a:p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24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contact: 346 298 2119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Owner</dc:creator>
</cp:coreProperties>
</file>